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E2C55"/>
          </a:solidFill>
          <a:ln w="12700">
            <a:solidFill>
              <a:srgbClr val="FE2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TECHJAM 2026  ·  TRACK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Evidence-Aware Conversational Search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Value-of-Information Stopping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3200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ByteSize  ·  ContestAgent PUBLIC  ·  0 tokens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7316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ByteSize  ·  Track 4  ·  TikTok TechJam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0" y="47731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3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E2C55"/>
          </a:solidFill>
          <a:ln w="12700">
            <a:solidFill>
              <a:srgbClr val="FE2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stopped optimizing how the agent ranks,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started optimizing when it knows enough to rank.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2788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taxes extra turns. E1/E2/E3 still ask — once — only when the expected value of the next other is higher than the MTTC cost.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7316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ByteSize  ·  Track 4  ·  TikTok TechJam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0" y="47731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3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E2C55"/>
          </a:solidFill>
          <a:ln w="12700">
            <a:solidFill>
              <a:srgbClr val="FE2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UNSEEN SESSIONS  ·  8 ID-DISJOINT SHARDS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2697480" cy="1691640"/>
          </a:xfrm>
          <a:prstGeom prst="rect">
            <a:avLst/>
          </a:prstGeom>
          <a:solidFill>
            <a:srgbClr val="161617"/>
          </a:solidFill>
          <a:ln w="12700">
            <a:solidFill>
              <a:srgbClr val="1616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Rank-1 / 800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822960"/>
            <a:ext cx="2697480" cy="1691640"/>
          </a:xfrm>
          <a:prstGeom prst="rect">
            <a:avLst/>
          </a:prstGeom>
          <a:solidFill>
            <a:srgbClr val="161617"/>
          </a:solidFill>
          <a:ln w="12700">
            <a:solidFill>
              <a:srgbClr val="1616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9601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83280" y="1874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shards improved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822960"/>
            <a:ext cx="2697480" cy="1691640"/>
          </a:xfrm>
          <a:prstGeom prst="rect">
            <a:avLst/>
          </a:prstGeom>
          <a:solidFill>
            <a:srgbClr val="161617"/>
          </a:solidFill>
          <a:ln w="12700">
            <a:solidFill>
              <a:srgbClr val="1616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9601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263640" y="1874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Hit-rate loss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743200"/>
          <a:ext cx="8138160" cy="1691640"/>
        </p:xfrm>
        <a:graphic>
          <a:graphicData uri="http://schemas.openxmlformats.org/drawingml/2006/table">
            <a:tbl>
              <a:tblPr/>
              <a:tblGrid>
                <a:gridCol w="1920240"/>
                <a:gridCol w="1463040"/>
                <a:gridCol w="1645920"/>
                <a:gridCol w="1645920"/>
                <a:gridCol w="1463040"/>
              </a:tblGrid>
              <a:tr h="563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A39E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A39E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Hit@10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A39E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A39E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A39E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Rank-1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7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0.954167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0.95125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Holdout 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0.864845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0.911753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477316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ByteSize  ·  Track 4  ·  TikTok TechJam 2026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863840" y="47731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3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E2C55"/>
          </a:solidFill>
          <a:ln w="12700">
            <a:solidFill>
              <a:srgbClr val="FE2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PATH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starter.agent.Agent  →  ContestAgent PUBLIC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progress_defer = e123   ·   MiniLM late fusion   ·   0 LLM tokens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evaluator.local_evaluator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92608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  11069c6   ·   algorithm freeze  3a31ace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3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ask other. Verbatim AND. Do not rank until the evidence is enough.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77316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ByteSize  ·  Track 4  ·  TikTok TechJam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0" y="47731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3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ByteSize Track 4 Demo Cards</dc:title>
  <dc:subject>PptxGenJS Presentation</dc:subject>
  <dc:creator>ByteSize</dc:creator>
  <cp:lastModifiedBy>ByteSize</cp:lastModifiedBy>
  <cp:revision>1</cp:revision>
  <dcterms:created xsi:type="dcterms:W3CDTF">2026-08-30T14:18:04Z</dcterms:created>
  <dcterms:modified xsi:type="dcterms:W3CDTF">2026-08-30T14:18:04Z</dcterms:modified>
</cp:coreProperties>
</file>